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B2F6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SVM
(RBF)</c:v>
                </c:pt>
                <c:pt idx="4">
                  <c:v>HistGB</c:v>
                </c:pt>
                <c:pt idx="5">
                  <c:v>XGBoost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0.82620000000000005</c:v>
                </c:pt>
                <c:pt idx="1">
                  <c:v>0.81159999999999999</c:v>
                </c:pt>
                <c:pt idx="2">
                  <c:v>0.82869999999999999</c:v>
                </c:pt>
                <c:pt idx="3">
                  <c:v>0.83179999999999998</c:v>
                </c:pt>
                <c:pt idx="4">
                  <c:v>0.83179999999999998</c:v>
                </c:pt>
                <c:pt idx="5">
                  <c:v>0.83199999999999996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65-435D-A533-91D729C557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78"/>
        </c:scaling>
        <c:delete val="0"/>
        <c:axPos val="l"/>
        <c:majorGridlines>
          <c:spPr>
            <a:ln w="9525" cap="flat">
              <a:solidFill>
                <a:srgbClr val="DDD4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4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08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858000" cy="6858000"/>
          </a:xfrm>
          <a:prstGeom prst="ellipse">
            <a:avLst/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-2743200" y="4389120"/>
            <a:ext cx="5852160" cy="5852160"/>
          </a:xfrm>
          <a:prstGeom prst="ellipse">
            <a:avLst/>
          </a:prstGeom>
          <a:solidFill>
            <a:srgbClr val="352A5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MACHINE LEARNING &amp; AI WITH PYTHON  ·  MINI PROJECT  ·  AY26/27 S1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Prediction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D9D0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CDC BRFSS 2015 Health Survey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749808" y="40690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4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Behavioral Risk Factor Surveillance System 2015 — 441,456 US adults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</a:t>
            </a:r>
            <a:r>
              <a:rPr lang="en-US" sz="14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cdc.gov/brfss/annual_data/annual_2015.html  ·  Kaggle mirror (cdc/behavioral-risk-factor-surveillance-system)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EEE, Singapore Polytechnic   |   Group Something   |   [Team member names]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EXPLORATION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cheap, self-reported questionnaire — no blood draw — used to flag adults likely to have diabetes, so the ones who need a confirmatory HbA1c / glucose test can be prioritised.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548640" y="28620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441,456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BRFSS 2015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2697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236976" y="28620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240,184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28416" y="36118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 columns)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25312" y="2697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925312" y="28620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16752" y="36118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kept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330 raw columns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13648" y="2697480"/>
            <a:ext cx="2487168" cy="1691640"/>
          </a:xfrm>
          <a:prstGeom prst="roundRect">
            <a:avLst>
              <a:gd name="adj" fmla="val 5405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8613648" y="28620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05088" y="3611880"/>
            <a:ext cx="23042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(at-risk)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— imbalanced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1508760"/>
            <a:ext cx="4343400" cy="1051560"/>
          </a:xfrm>
          <a:prstGeom prst="roundRect">
            <a:avLst>
              <a:gd name="adj" fmla="val 8696"/>
            </a:avLst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7543800" y="1645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binary classification
</a:t>
            </a: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diabetes (yes / no)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separate train / validation / test splits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3F0FA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768096" y="54864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1234440" y="52669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4440" y="55961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144,110 rows  ·  60% of the data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5120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3F0FA"/>
          </a:solidFill>
          <a:ln w="15875">
            <a:solidFill>
              <a:srgbClr val="6C5CA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4562856" y="5486400"/>
            <a:ext cx="310896" cy="310896"/>
          </a:xfrm>
          <a:prstGeom prst="ellipse">
            <a:avLst/>
          </a:prstGeom>
          <a:solidFill>
            <a:srgbClr val="6C5CA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5029200" y="52669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29200" y="55961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48,037 rows  ·  20% of the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51206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3F0FA"/>
          </a:solidFill>
          <a:ln w="15875">
            <a:solidFill>
              <a:srgbClr val="E8604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8357616" y="5486400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8823960" y="52669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(held out)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823960" y="559612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48,037 rows  ·  20% of the data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EXPLORATION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 before any modelling began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023360" cy="4160520"/>
          </a:xfrm>
          <a:prstGeom prst="roundRect">
            <a:avLst>
              <a:gd name="adj" fmla="val 2273"/>
            </a:avLst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are at-risk / diabetic — an imbalanced target.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3474720" cy="0"/>
          </a:xfrm>
          <a:prstGeom prst="line">
            <a:avLst/>
          </a:prstGeom>
          <a:noFill/>
          <a:ln w="12700">
            <a:solidFill>
              <a:srgbClr val="5A4C8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3474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accuracy alone is misleading — we emphasise Recall, F1, and ROC-AUC, and use class_weight="balanced" so the minority class isn't ignored.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correlates with diabetes status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46320" y="2514600"/>
            <a:ext cx="67665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2F63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5029200" y="262432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5029200" y="26243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2569464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GenHlth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256946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Self-rated general health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3236976"/>
            <a:ext cx="67665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2F63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5029200" y="334670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5029200" y="33467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3291840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0" y="32918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blood pressure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3959352"/>
            <a:ext cx="67665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2F63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5029200" y="406908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029200" y="4069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4014216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401421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 index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0" y="4681728"/>
            <a:ext cx="67665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2F63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8" name="Shape 26"/>
          <p:cNvSpPr/>
          <p:nvPr/>
        </p:nvSpPr>
        <p:spPr>
          <a:xfrm>
            <a:off x="5029200" y="479145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5029200" y="4791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77840" y="4736592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DiffWalk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0" y="473659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walking / climbing stairs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46320" y="5404104"/>
            <a:ext cx="67665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B2F63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3" name="Shape 31"/>
          <p:cNvSpPr/>
          <p:nvPr/>
        </p:nvSpPr>
        <p:spPr>
          <a:xfrm>
            <a:off x="5029200" y="551383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5029200" y="5513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0" y="5458968"/>
            <a:ext cx="2194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BMICategory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0" y="54589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Banded BMI (redundant with BMI)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EXPLORATION &amp; GENAI SUPPORT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&amp; Leakage-Safe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E64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survey columns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41648" y="2011680"/>
            <a:ext cx="502920" cy="502920"/>
          </a:xfrm>
          <a:prstGeom prst="rightArrow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337560" cy="1417320"/>
          </a:xfrm>
          <a:prstGeom prst="roundRect">
            <a:avLst>
              <a:gd name="adj" fmla="val 6452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4709160" y="166420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4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domain-justified predictors kept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554480"/>
            <a:ext cx="3319272" cy="1417320"/>
          </a:xfrm>
          <a:prstGeom prst="roundRect">
            <a:avLst>
              <a:gd name="adj" fmla="val 6452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8321040" y="1645920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03920" y="20116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· DIABAGE2 · BLDSUGAR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(recorded only because the person already has diabetes → target leakage)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 drive the transform — all fit inside a single Pipeline, on training data only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749808" y="3995928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1005840" y="392277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3251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AgeYears, MentHlth, PhysHlth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800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StandardScaler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1688" y="3794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4562856" y="3995928"/>
            <a:ext cx="146304" cy="146304"/>
          </a:xfrm>
          <a:prstGeom prst="ellipse">
            <a:avLst/>
          </a:prstGeom>
          <a:solidFill>
            <a:srgbClr val="6C5CA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4818888" y="392277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62856" y="43251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Race, MaritalStatus, Employment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62856" y="4800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One-Hot Encoding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37947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8375904" y="3995928"/>
            <a:ext cx="146304" cy="146304"/>
          </a:xfrm>
          <a:prstGeom prst="ellipse">
            <a:avLst/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8631936" y="392277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Ordinal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75904" y="432511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HighBP, GenHlth, Income, 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75904" y="4800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Passthrough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777240" y="555955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GenAI-assisted, human-verified: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“Which BRFSS variables are established risk factors, and which would leak the target?” — adopted the leakage flags after checking each variable's definition ourselves.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MODEL TRAINING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Hyperparameter Tuning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 families, each in a Pipeline (preprocessor → estimator) refit inside every CV fold — no leakage. Tuned with GridSearchCV / RandomizedSearchCV, 3-fold stratified CV, scored on ROC-AUC.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34015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minimised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interpretable linear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(log-loss)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/ L2 regularisation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rules, human-readable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impurity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max_depth, min_samples_leaf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tabular ensemble + feature importance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(bagged)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trees + depth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non-linear margin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Hinge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gamma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F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 (MLP)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approximator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(alpha) + early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777240" y="5632704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classifiers use  </a:t>
            </a:r>
            <a:r>
              <a:rPr lang="en-US" sz="1300" b="1" dirty="0">
                <a:solidFill>
                  <a:srgbClr val="007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class_weight="balanced"</a:t>
            </a:r>
            <a:r>
              <a:rPr lang="en-US" sz="13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(where supported) so the minority at-risk class is not ignored during training.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PERFORMANCE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5-Fold Cross-Validated ROC-AUC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tuned model re-scored with StratifiedKFold(5) + cross_validate — the trustworthy comparison, not a single lucky split.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8092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915400" y="2148840"/>
            <a:ext cx="2724912" cy="1828800"/>
          </a:xfrm>
          <a:prstGeom prst="roundRect">
            <a:avLst>
              <a:gd name="adj" fmla="val 4500"/>
            </a:avLst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9125712" y="233172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HistGB lead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ROC-AUC ≈ 0.832, with the most stable recall across cross-validation folds.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915400" y="4160520"/>
            <a:ext cx="2724912" cy="1965960"/>
          </a:xfrm>
          <a:prstGeom prst="roundRect">
            <a:avLst>
              <a:gd name="adj" fmla="val 4186"/>
            </a:avLst>
          </a:prstGeom>
          <a:solidFill>
            <a:srgbClr val="EAE4F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6"/>
          <p:cNvSpPr/>
          <p:nvPr/>
        </p:nvSpPr>
        <p:spPr>
          <a:xfrm>
            <a:off x="9125712" y="4315968"/>
            <a:ext cx="2331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model:  </a:t>
            </a: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best F1 &amp; precision, most stable recall on the 5-fold grid.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6035040"/>
            <a:ext cx="4114800" cy="4114800"/>
          </a:xfrm>
          <a:prstGeom prst="ellipse">
            <a:avLst/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PERFORMANCE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Deployable Model — XGBoost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recall-first operating point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352A5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whole 5-fold CV roster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352A5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Precision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whole 5-fold CV roster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0574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352A5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26364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Stable Recall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6364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fold-to-fold std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20574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352A5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9052560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≈ 0.82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05256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XGBoost, and why this threshold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868680" y="436168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compares every model by combined F1 (train + validation) and ROC-AUC — XGBoost is the gradient-boosting library the reference paper leans on and the standard choice for imbalanced tabular data.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868680" y="5111496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native scale_pos_weight handles the ~16% positive rate directly, so no SMOTE is needed in the deployed pipeline.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980176"/>
            <a:ext cx="100584" cy="1005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868680" y="5861304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E4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0.50 probability cut-off is arbitrary; we sweep the threshold on the validation set and pick a recall-first point — a missed at-risk patient (false negative) is far costlier than a false alarm.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BUSINESS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&amp; Emerging-Tech Opportunities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04672" y="174650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04672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questionnaire screens surprisingly well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self-reported survey answers (no blood test), the best model reaches a strong ROC-AUC — good enough to prioritise who gets sent for a confirmatory HbA1c / glucose test. A low-cost pre-screen a polyclinic or insurer can deploy.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5087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6455664" y="1746504"/>
            <a:ext cx="457200" cy="457200"/>
          </a:xfrm>
          <a:prstGeom prst="ellipse">
            <a:avLst/>
          </a:prstGeom>
          <a:solidFill>
            <a:srgbClr val="6C5CA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455664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68312" y="169164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the metric that matters here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5664" y="23774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at-risk patient (false negative) is far costlier than a false alarm. We tuned with class_weight="balanced" to lift recall on the minority class; the threshold can be lowered further to catch more true cases, at the cost of more referrals.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804672" y="3959352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80467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9044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drivers are actionable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590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BMI, older age, high blood pressure, poor general health, and difficulty walking dominate both RF importances and LR coefficients — reinforcing weight management and blood-pressure control as the highest-leverage interventions.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3721608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6455664" y="3959352"/>
            <a:ext cx="457200" cy="457200"/>
          </a:xfrm>
          <a:prstGeom prst="ellipse">
            <a:avLst/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/>
          <p:nvPr/>
        </p:nvSpPr>
        <p:spPr>
          <a:xfrm>
            <a:off x="6455664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68312" y="390448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Emerging-tech opportunity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55664" y="459028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could ingest wearable data (continuous glucose monitors, step counts) for real-time risk, and a GenAI layer could turn each prediction into a plain-language, personalised lifestyle recommendation.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OF GENAI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GenAI Helped — Evidence &amp; Verdicts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(an AI coding assistant) was used as a pair-programmer — every suggestion validated against scikit-learn docs and our own results.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4343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GenAI helped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F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justification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i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“Which BRFSS 2015 variables are established risk factors for type-2 diabetes, and which would leak the target?”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078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— flagged INSULIN, DIABAGE2, BLDSUGAR as leakage; excluded them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Leakage-safe pipeline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i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“Show how to scale + one-hot encode inside a scikit-learn Pipeline so no test data leaks during CV.”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078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— ColumnTransformer inside Pipeline refits per fold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 handling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i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“My accuracy is 84% but recall on diabetics is poor — what should I do?”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078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— class_weight="balanced" + judged on Recall / F1 / AUC, not accuracy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runtime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i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“RBF-SVM never finishes on 144k rows — options?”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078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with judgement — stratified 15k subsample, trade-off documented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 grids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i="1" dirty="0">
                          <a:solidFill>
                            <a:srgbClr val="2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“Suggest sensible grids for RF and MLP on tabular health data.”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0078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after pruning — trimmed grid so RandomizedSearchCV runs in reasonable time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7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OF GENAI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Reflection &amp; Limitations of AI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1371600" y="18379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bug caught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160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AI drafts suggested plain train_test_split + fitting the scaler on all data. We caught the leak and corrected it by moving scaling inside the pipeline.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371600" y="325526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metric rejected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362102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suggestion to “just use accuracy” was rejected — misleading on a 15.6%-positive imbalanced target.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F3F0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1371600" y="46725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verified empirically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503834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cannot see our data, so every class-balance and correlation claim it made was checked against our own EDA output before we trusted it.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GenAI accelerated development, but every adopted suggestion was independently validated against documentation and our own held-out results.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— BRFSS 2015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011680"/>
            <a:ext cx="6035040" cy="6035040"/>
          </a:xfrm>
          <a:prstGeom prst="ellipse">
            <a:avLst/>
          </a:prstGeom>
          <a:solidFill>
            <a:srgbClr val="3B2F6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1338560" y="6217920"/>
            <a:ext cx="4937760" cy="4937760"/>
          </a:xfrm>
          <a:prstGeom prst="ellipse">
            <a:avLst/>
          </a:prstGeom>
          <a:solidFill>
            <a:srgbClr val="352A57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10972800" y="182880"/>
            <a:ext cx="2377440" cy="2377440"/>
          </a:xfrm>
          <a:prstGeom prst="ellipse">
            <a:avLst/>
          </a:prstGeom>
          <a:solidFill>
            <a:srgbClr val="00A896">
              <a:alpha val="28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49808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425196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749808" y="4434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E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ET0737 · Diabetes Risk Prediction from BRFSS 2015   |   Group Something   |   [Team member names]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1432</Words>
  <Application>Microsoft Office PowerPoint</Application>
  <PresentationFormat>Widescreen</PresentationFormat>
  <Paragraphs>196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suriyavarman jayavarman</cp:lastModifiedBy>
  <cp:revision>1</cp:revision>
  <dcterms:created xsi:type="dcterms:W3CDTF">2026-07-21T06:38:57Z</dcterms:created>
  <dcterms:modified xsi:type="dcterms:W3CDTF">2026-07-21T06:45:20Z</dcterms:modified>
</cp:coreProperties>
</file>